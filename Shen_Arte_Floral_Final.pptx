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79132E-B89B-0C8E-DD31-F37300D2E6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422E2DF-1E1A-621D-D37B-3C4BD6F36B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B9ED9E-AD51-FC86-456B-2C3FCD3A4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4EB5B-A29C-41FB-8F8E-BBF681C03FBA}" type="datetimeFigureOut">
              <a:rPr lang="es-CL" smtClean="0"/>
              <a:t>16-04-2026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EB3787-A992-F5E8-2064-1E18E59AF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9E1B8F-AEC7-7296-5731-C5A9393DF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10231-6A3D-4C5D-B55D-19E8DA214C2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74117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4C8A81-146C-1CEF-65E0-1DEA33AF4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D579B73-CA07-AD07-974E-68D56FC5F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11082F-448C-7585-056E-ABF9D80BC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4EB5B-A29C-41FB-8F8E-BBF681C03FBA}" type="datetimeFigureOut">
              <a:rPr lang="es-CL" smtClean="0"/>
              <a:t>16-04-2026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7636718-2276-C52A-22EC-4C9F3679A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F83C4EC-B7FC-46E3-F240-59858F9D5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10231-6A3D-4C5D-B55D-19E8DA214C2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38116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DD7502-4760-1270-3E5D-DF120B04D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1C6C4C0-FD4C-68AC-5B0B-97A34A0F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416A22-9842-BF91-FD07-9672E8FB0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4EB5B-A29C-41FB-8F8E-BBF681C03FBA}" type="datetimeFigureOut">
              <a:rPr lang="es-CL" smtClean="0"/>
              <a:t>16-04-2026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BB76E5D-936D-7EA9-617E-7FB4AB6FD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2984857-8FD8-B8C3-EF84-92635EFCE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10231-6A3D-4C5D-B55D-19E8DA214C2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2649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ACFE45-AD95-0767-30B6-CEB142A89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AB49D3-3E67-6159-78B7-B14D1E9D6F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B5773BC-6AFC-67E0-BE5F-8972EF99B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9DCFCE1-DF11-14EB-3616-A111F6296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4EB5B-A29C-41FB-8F8E-BBF681C03FBA}" type="datetimeFigureOut">
              <a:rPr lang="es-CL" smtClean="0"/>
              <a:t>16-04-2026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3CCBCD8-676D-13D2-0068-EE31D038C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35BF66B-CF5C-1331-7B62-18994EDF7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10231-6A3D-4C5D-B55D-19E8DA214C2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78443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DC0210-78A6-0146-7AE7-47044950B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E84F638-0156-91E7-D22E-835B23D0B3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C4E96D3-5217-8BA0-AC77-D5A6CD08C5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CCA78B6-81EB-58F6-E88B-054EC48C0C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F71BB82-04BF-4624-285B-1757FB5489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67ABBF4-E378-B333-4A4F-10B52DBAD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4EB5B-A29C-41FB-8F8E-BBF681C03FBA}" type="datetimeFigureOut">
              <a:rPr lang="es-CL" smtClean="0"/>
              <a:t>16-04-2026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F68EC14-AF58-5D4C-B775-C383CB2A1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F9C6E22-1744-9C2C-699E-655D76612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10231-6A3D-4C5D-B55D-19E8DA214C2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53392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151373-44BA-1DC2-50F0-9D1D4777D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56B9DFF-6309-C747-71E9-F9D0CD784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4EB5B-A29C-41FB-8F8E-BBF681C03FBA}" type="datetimeFigureOut">
              <a:rPr lang="es-CL" smtClean="0"/>
              <a:t>16-04-2026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33505A1-401C-A34C-02FE-FAFB9FDDD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2B9EE29-889F-1924-AFE6-EA830CCC5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10231-6A3D-4C5D-B55D-19E8DA214C2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49687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402B1D9-BD85-BDF7-8D1E-C85C2EA36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4EB5B-A29C-41FB-8F8E-BBF681C03FBA}" type="datetimeFigureOut">
              <a:rPr lang="es-CL" smtClean="0"/>
              <a:t>16-04-2026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D628CE3-5812-F9C4-A4FE-CF3C7B0F6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AD9EF50-5125-64E3-1185-154CCC746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10231-6A3D-4C5D-B55D-19E8DA214C2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40433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9BA5A6-3E19-1475-592B-560738050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A9617C4-D7A5-219C-56F0-406EEB246E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2989254-3157-125D-5564-826F36F3AA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8A2681D-E6E6-5FAA-0F59-000F4F449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4EB5B-A29C-41FB-8F8E-BBF681C03FBA}" type="datetimeFigureOut">
              <a:rPr lang="es-CL" smtClean="0"/>
              <a:t>16-04-2026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50DA83D-2E3D-65AB-8C87-D1355466C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9AA8D2-7FD5-3DF3-7824-7BA1ED099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10231-6A3D-4C5D-B55D-19E8DA214C2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2880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0F3D9D-FAA1-9EF0-B929-473317EED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F1B0DBB-0674-5A0A-6A7D-DFA2F5F387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E4B4328-1FD8-8F26-454C-E16D6D0DB1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B7552C3-736A-2147-3D81-94979A863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4EB5B-A29C-41FB-8F8E-BBF681C03FBA}" type="datetimeFigureOut">
              <a:rPr lang="es-CL" smtClean="0"/>
              <a:t>16-04-2026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6013166-1520-D485-47E1-9FF7C3414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9D08B22-22C7-BC91-87FB-F38F978A1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10231-6A3D-4C5D-B55D-19E8DA214C2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99458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A1623B-ED96-605B-30B6-1DB4E9F2D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DD0B101-7B16-AA8C-7401-F57FDB2518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3926DB1-8656-6355-88D8-5FDADA93C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4EB5B-A29C-41FB-8F8E-BBF681C03FBA}" type="datetimeFigureOut">
              <a:rPr lang="es-CL" smtClean="0"/>
              <a:t>16-04-2026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D6BED9C-83A4-D7D5-FED0-A0E517CE2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7A6E909-8FB6-7C56-B389-632E64EDA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10231-6A3D-4C5D-B55D-19E8DA214C2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2005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790F112-279D-1C60-803D-2BD8C58E44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39359FB-123A-C1B1-0201-58FF93648F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CF3CA27-133A-E5D9-D2D6-C7D43A604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4EB5B-A29C-41FB-8F8E-BBF681C03FBA}" type="datetimeFigureOut">
              <a:rPr lang="es-CL" smtClean="0"/>
              <a:t>16-04-2026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F80164-2AD6-0510-C889-2F2C48DFE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6FEFF86-A053-FE61-1246-C0CD96F93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10231-6A3D-4C5D-B55D-19E8DA214C2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15832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2F308E-590D-A31E-D0D7-57E0E81FC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F59158B-812A-2F39-0D42-4EB4767E99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51A0BA-B7ED-A3CC-E727-7F89D4170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4EB5B-A29C-41FB-8F8E-BBF681C03FBA}" type="datetimeFigureOut">
              <a:rPr lang="es-CL" smtClean="0"/>
              <a:t>16-04-2026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611218D-FE4D-C08A-0DDF-2D57C7079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EEC2C5-3459-2A50-F7ED-2A920C6B7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10231-6A3D-4C5D-B55D-19E8DA214C2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0398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C93939F-EF9A-79AE-6EBF-B254AD8B7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42D4E90-CFC9-ED07-7F63-7A1C70B15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00193BA-9DB7-0DB0-18FA-B71290D72F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F4EB5B-A29C-41FB-8F8E-BBF681C03FBA}" type="datetimeFigureOut">
              <a:rPr lang="es-CL" smtClean="0"/>
              <a:t>16-04-2026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CA58519-67CC-F272-3346-18CE462EA0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0769AF5-497D-61F0-5857-7C31D32DDB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B10231-6A3D-4C5D-B55D-19E8DA214C2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7781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5D14766-6253-5580-7986-666DCE3799C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FE14574-EBBA-FB37-D5B0-23496E9C8C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L">
                <a:solidFill>
                  <a:srgbClr val="94A889"/>
                </a:solidFill>
                <a:latin typeface="Playfair Display" panose="00000500000000000000" pitchFamily="2" charset="0"/>
              </a:rPr>
              <a:t>Shen Arte Floral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A5CF4D5-53FD-D52C-988D-F517FC6B81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5F7691A-D27E-24C4-A6E0-6E398FFE72AB}"/>
              </a:ext>
            </a:extLst>
          </p:cNvPr>
          <p:cNvSpPr txBox="1"/>
          <p:nvPr/>
        </p:nvSpPr>
        <p:spPr>
          <a:xfrm>
            <a:off x="635000" y="1905000"/>
            <a:ext cx="7620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/>
              <a:t>DigitalizaciÃ³n y Desarrollo Web para una FlorerÃ­a local
Puerto Montt, Chile</a:t>
            </a:r>
            <a:endParaRPr lang="es-CL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9FE0067-553E-B3AE-CAF6-F00E585A024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4445000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351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E35647B-69FB-E91B-9DB2-2A185165A77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ADC35FE-0E2E-1139-C158-D8F95BE4D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>
                <a:solidFill>
                  <a:srgbClr val="94A889"/>
                </a:solidFill>
                <a:latin typeface="Playfair Display" panose="00000500000000000000" pitchFamily="2" charset="0"/>
              </a:rPr>
              <a:t>Â¿QuÃ© es Shen Arte Floral?</a:t>
            </a:r>
            <a:endParaRPr lang="es-CL">
              <a:solidFill>
                <a:srgbClr val="94A889"/>
              </a:solidFill>
              <a:latin typeface="Playfair Display" panose="00000500000000000000" pitchFamily="2" charset="0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9F5B4D6-BDA1-3803-1D16-3B4D4424E2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>
                <a:latin typeface="Inter"/>
              </a:rPr>
              <a:t>FlorerÃ­a boutique online operando en Puerto Montt y sus alrededores.
- CreaciÃ³n de arreglos florales Ãºnicos.
- Desde detalles minimalistas hasta bouquets de 50 rosas.
- DiseÃ±o a pedido para momentos inolvidables.</a:t>
            </a:r>
            <a:endParaRPr lang="es-CL"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581391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8BA9374-B1DE-8CCA-1B78-60A977873D5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646D195-482A-0D44-9E51-0EE72B204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>
                <a:solidFill>
                  <a:srgbClr val="94A889"/>
                </a:solidFill>
                <a:latin typeface="Playfair Display" panose="00000500000000000000" pitchFamily="2" charset="0"/>
              </a:rPr>
              <a:t>El DesafÃ­o: Visibilidad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B74B1C3-B97E-6621-8BD4-D8A6F5162E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>
                <a:latin typeface="Inter"/>
              </a:rPr>
              <a:t>- Dependencia de Redes Sociales: Alcance limitado.
- Invisibilidad en Google: BÃºsquedas orgÃ¡nicas perdidas.
- PercepciÃ³n de Marca: Necesidad de mayor profesionalismo.</a:t>
            </a:r>
          </a:p>
        </p:txBody>
      </p:sp>
    </p:spTree>
    <p:extLst>
      <p:ext uri="{BB962C8B-B14F-4D97-AF65-F5344CB8AC3E}">
        <p14:creationId xmlns:p14="http://schemas.microsoft.com/office/powerpoint/2010/main" val="833067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D224BCC-9BDB-D5B2-B949-A5D4F84E2D1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8F4202A-7A14-4E4A-4CB4-3740A8D2B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>
                <a:solidFill>
                  <a:srgbClr val="94A889"/>
                </a:solidFill>
                <a:latin typeface="Playfair Display" panose="00000500000000000000" pitchFamily="2" charset="0"/>
              </a:rPr>
              <a:t>La SoluciÃ³n: Identidad Propia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60B4DE3-0EBC-2A7A-B8B2-6257FBB77F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>
                <a:latin typeface="Inter"/>
              </a:rPr>
              <a:t>- Sitio web centralizado y profesional.
- CatÃ¡logo interactivo de alta calidad.
- GestiÃ³n Ã¡gil de pedidos sin intermediarios.</a:t>
            </a:r>
          </a:p>
        </p:txBody>
      </p:sp>
    </p:spTree>
    <p:extLst>
      <p:ext uri="{BB962C8B-B14F-4D97-AF65-F5344CB8AC3E}">
        <p14:creationId xmlns:p14="http://schemas.microsoft.com/office/powerpoint/2010/main" val="2218621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CB05A0F-E7FC-1988-9521-BCDD628BC99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16E2C13-BBBD-65C0-46DC-CEDE7414C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>
                <a:solidFill>
                  <a:srgbClr val="94A889"/>
                </a:solidFill>
                <a:latin typeface="Playfair Display" panose="00000500000000000000" pitchFamily="2" charset="0"/>
              </a:rPr>
              <a:t>ExpansiÃ³n del Mercado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B9CD6E3-CF22-729F-15C8-222F4E63C1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>
                <a:latin typeface="Inter"/>
              </a:rPr>
              <a:t>De un perfil de RRSS a una Marca E-commerce.
CaptaciÃ³n de usuarios que buscan en Google y prefieren compras seguras y programadas.</a:t>
            </a:r>
            <a:endParaRPr lang="es-CL"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600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AAB0912-6BC4-086F-6B8B-BD7CE3BCDDD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0B80B5F-3054-AB90-B227-FE9A0ED43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>
                <a:solidFill>
                  <a:srgbClr val="94A889"/>
                </a:solidFill>
                <a:latin typeface="Playfair Display" panose="00000500000000000000" pitchFamily="2" charset="0"/>
              </a:rPr>
              <a:t>Stack TecnolÃ³gico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C83A24C-816B-C471-CAAA-F552E19671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>
                <a:latin typeface="Inter"/>
              </a:rPr>
              <a:t>- HTML5 &amp; CSS3
- Git &amp; GitHub
- GitHub Pages</a:t>
            </a:r>
          </a:p>
        </p:txBody>
      </p:sp>
    </p:spTree>
    <p:extLst>
      <p:ext uri="{BB962C8B-B14F-4D97-AF65-F5344CB8AC3E}">
        <p14:creationId xmlns:p14="http://schemas.microsoft.com/office/powerpoint/2010/main" val="1633208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A668F51-7791-FDBF-F13E-D31D783EFBF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4104A65-0EF0-EC08-0680-7DADE7382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>
                <a:solidFill>
                  <a:srgbClr val="94A889"/>
                </a:solidFill>
                <a:latin typeface="Playfair Display" panose="00000500000000000000" pitchFamily="2" charset="0"/>
              </a:rPr>
              <a:t>DemostraciÃ³n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DCF1B31-1327-38CB-DE49-9438819665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>
                <a:latin typeface="Inter"/>
              </a:rPr>
              <a:t>VisÃ­tanos en:
mnxx29.github.io/Shen-Arte-Floral</a:t>
            </a:r>
            <a:endParaRPr lang="es-CL"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626122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239FD3B-DE6C-8589-223D-F651E06405D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19348F3-8283-1916-0902-9BB44F347A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L">
                <a:solidFill>
                  <a:srgbClr val="94A889"/>
                </a:solidFill>
                <a:latin typeface="Playfair Display" panose="00000500000000000000" pitchFamily="2" charset="0"/>
              </a:rPr>
              <a:t>Â¡Gracias!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30718C8-0D7D-F426-870E-179A17130A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BCF1326-89D0-FF7E-19EE-9A69D1542279}"/>
              </a:ext>
            </a:extLst>
          </p:cNvPr>
          <p:cNvSpPr txBox="1"/>
          <p:nvPr/>
        </p:nvSpPr>
        <p:spPr>
          <a:xfrm>
            <a:off x="635000" y="1905000"/>
            <a:ext cx="762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/>
              <a:t>"El Ã©xito es la suma de pequeÃ±os esfuerzos repetidos dÃ­a tras dÃ­a."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4345481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226</Words>
  <Application>Microsoft Office PowerPoint</Application>
  <PresentationFormat>Panorámica</PresentationFormat>
  <Paragraphs>16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Inter</vt:lpstr>
      <vt:lpstr>Playfair Display</vt:lpstr>
      <vt:lpstr>Tema de Office</vt:lpstr>
      <vt:lpstr>Shen Arte Floral</vt:lpstr>
      <vt:lpstr>Â¿QuÃ© es Shen Arte Floral?</vt:lpstr>
      <vt:lpstr>El DesafÃ­o: Visibilidad</vt:lpstr>
      <vt:lpstr>La SoluciÃ³n: Identidad Propia</vt:lpstr>
      <vt:lpstr>ExpansiÃ³n del Mercado</vt:lpstr>
      <vt:lpstr>Stack TecnolÃ³gico</vt:lpstr>
      <vt:lpstr>DemostraciÃ³n</vt:lpstr>
      <vt:lpstr>Â¡Gracias!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 Henriquez</dc:creator>
  <cp:lastModifiedBy>Victor Henriquez</cp:lastModifiedBy>
  <cp:revision>1</cp:revision>
  <dcterms:created xsi:type="dcterms:W3CDTF">2026-04-16T18:55:08Z</dcterms:created>
  <dcterms:modified xsi:type="dcterms:W3CDTF">2026-04-16T18:55:08Z</dcterms:modified>
</cp:coreProperties>
</file>