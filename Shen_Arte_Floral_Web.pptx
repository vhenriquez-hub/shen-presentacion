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27FBE-4636-A560-BB8C-E421B288F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1A0086-E5BD-F4A2-DE76-68DACD574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28BCC9-5E01-D0C2-A417-04B932E54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AAC9-A26B-47A9-857A-B945DF4D83DC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D25089-3123-1D25-1EE6-6950AD2A5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01B34C-6504-BA2D-7AC8-0406EC81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F91-54F2-4A53-A62C-14547B9083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165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9A575-FD2F-AB2F-8666-CDEAF68C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BDF9B5-7CAA-15BE-4C96-CB6884608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DCA9F2-FE06-AD5A-CFA2-70007A0B4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AAC9-A26B-47A9-857A-B945DF4D83DC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466416-233C-8838-3DEA-B1249A677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DF0C65-65AC-4A20-4B56-5238381D1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F91-54F2-4A53-A62C-14547B9083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7280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9C291-0775-86DA-A4C2-DE2074612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A9B3F1-2F65-3ECA-A87D-5C4240689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3C3427-52AE-2CEE-5ED4-880263930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AAC9-A26B-47A9-857A-B945DF4D83DC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E6D911-722F-E4BD-ADC9-FFC76FF5D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B7019D-56B3-3889-F7D5-279858BD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F91-54F2-4A53-A62C-14547B9083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1402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C8B42-C3D5-3E7F-F396-B9F859A8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DDC5EE-6D1F-ECE8-EA12-0D4686D18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3786F2-9583-30DC-19BA-8B30D5067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040963-1737-93BE-A858-F192BE31E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AAC9-A26B-47A9-857A-B945DF4D83DC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8769F7-F05B-3CC5-0F09-27AC0E8D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21F778-E730-047D-C2F7-816CF80B9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F91-54F2-4A53-A62C-14547B9083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404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34B47-15CF-652C-B80A-F73BB07E6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3AE68-7C07-6C0E-89CC-AB2578E79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181F05-2F08-61E2-3A0A-0BC5F5026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A3DEFE-B828-E4CF-94FB-FCBF2E48B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9DF140-577C-362E-B073-F291A390C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DDC8A5-2798-A145-5301-CCFA8CEB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AAC9-A26B-47A9-857A-B945DF4D83DC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A74489F-7465-B1C1-D80E-5481D6C29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5B6025-FE3C-B787-1CC3-8A25CC64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F91-54F2-4A53-A62C-14547B9083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5561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9B87F-8FB2-66F9-A315-F2D0C8C9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3018E6-C762-07B4-8DAE-A939C1189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AAC9-A26B-47A9-857A-B945DF4D83DC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D96CEB4-F820-9676-982A-4020BBCBC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59B91CA-8F9C-A44B-D9AF-8D503E829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F91-54F2-4A53-A62C-14547B9083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0239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B1E8707-AF2F-12B1-B59A-BF076CD3E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AAC9-A26B-47A9-857A-B945DF4D83DC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A98F641-FB0C-3BF7-9C23-21E545647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397FD8-E697-BD5D-CEC9-528652A8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F91-54F2-4A53-A62C-14547B9083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9702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516432-66BC-821C-B349-F02947DAF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86C702-8698-BF9D-FC83-36975EBBF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F818B4-1844-1E32-D215-8690DB94A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B40E06-312D-F5AD-F9C3-8603609B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AAC9-A26B-47A9-857A-B945DF4D83DC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8E79B2-F58C-1870-DDCC-F24F1902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BFE17E-2F5D-6DF4-02F7-05B3EBAE8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F91-54F2-4A53-A62C-14547B9083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1265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B2346-6E53-679C-5E38-05C5E1761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586A487-F3F1-4AC7-0B97-E8CDDD3EB3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BB284C-4B01-A0A1-20DD-E864762DB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3A7F48-A0C1-AE8F-0B72-D531B285A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AAC9-A26B-47A9-857A-B945DF4D83DC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96D1D8-1F9E-C5BB-0ED0-B942D57BB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14026B-F809-B349-6814-4A286CF9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F91-54F2-4A53-A62C-14547B9083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450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D8581-9544-6320-6CC7-82B5AAA62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B5C1F1-4832-AE25-DB9E-DB3B258A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375E02-44CF-3E08-2440-A43C499A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AAC9-A26B-47A9-857A-B945DF4D83DC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5736C3-92DD-5E58-293D-8E7DE4C5C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E10A5F-043A-76AF-AD31-B5A8ACAEE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F91-54F2-4A53-A62C-14547B9083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066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AED8F87-E3BA-45BF-A2B9-F977D9702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F75A12-0B04-23D4-1D6C-D0ABF78AE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22B6BC-E0C0-A84C-62E8-74069C3B4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AAC9-A26B-47A9-857A-B945DF4D83DC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44F257-670C-8A19-C29C-DDC960D2F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B494E6-0A70-6523-0EE7-FC519F7D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F91-54F2-4A53-A62C-14547B9083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6729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38B78-2B2F-95F3-F2BD-5BA1D152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060DC7-BC45-80C4-6C52-DAFA8729F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E6281F-C6AB-EA0C-524F-738CCFE8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AAC9-A26B-47A9-857A-B945DF4D83DC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4BBB3A-3650-F79F-C1B8-372CF612D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FFE62B-5C50-7838-416A-D7AF837DC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FF91-54F2-4A53-A62C-14547B9083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2382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AA7447F-BB08-452D-D325-16D77A5F9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0D654B-003F-9909-2029-E29F907D6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62A953-5624-DA2D-B218-A889C3E19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AAAC9-A26B-47A9-857A-B945DF4D83DC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6F9A77-3941-3B55-EE74-536D7CA61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98E57C-17FA-ADCF-3247-108EFDCBC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7FF91-54F2-4A53-A62C-14547B9083B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178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4323B-64B9-7D30-31A2-4968AA42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/>
              <a:t>Shen Arte Floral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9073C0-3BB3-DF43-A6F9-8A6986E85B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DigitalizaciÃ³n y Desarrollo Web para una FlorerÃ­a local
Puerto Montt, Chile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7857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57F1E-FEAF-BFEE-7743-E4AB1F23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Â¿QuÃ© es Shen Arte Floral?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30446F-6199-BC46-6E0A-06B752EEB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FlorerÃ­a boutique online operando en Puerto Montt y sus alrededores.
Se especializa en la creaciÃ³n de arreglos florales Ãºnicos, ofreciendo desde delicados detalles minimalistas hasta majestuosos bouquets personalizados.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16136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2DD8A-D252-5FAC-68CD-06A60FBD0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El DesafÃ­o: Visibilidad y Alcance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52736F-A6CD-F53B-804A-41BB62F82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- LimitaciÃ³n de Plataformas: Dependencia exclusiva de redes sociales.
- PÃ©rdida de BÃºsquedas: Invisibilidad en Google.
- PercepciÃ³n de Marca: Debilidad en profesionalismo y confianza a largo plazo.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3303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66351-E182-61E7-437C-63760006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La SoluciÃ³n Propuesta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E5B4B0-CA82-AC16-4746-91050B649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Identidad Digital Propia
- Sitio web centralizado y profesional.
- CatÃ¡logo interactivo de alta calidad.
- GestiÃ³n Ã¡gil y eliminaciÃ³n de intermediarios.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403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3B5DF-B1C5-5EA4-871F-63904B73C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ExpansiÃ³n de Nuestro Mercado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A4F57D-460B-6903-EC7E-03BD85624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 Redes Sociales a la Web:
- PÃºblico Actual: Segmento capatado por inmediatez de RRSS.
- Nuevo Alcance: Usuarios de motores de bÃºsqueda que valoran la formalidad.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7195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B7EE4-C153-F5F0-A375-4A91C202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Stack TecnolÃ³gico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4A15F6-9942-9BEA-930C-4FB088C07F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- HTML5 (Estructura)
- CSS3 (Estilos e Identidad Visual)
- Git (Control de Versiones)
- GitHub Pages (Alojamiento y Despliegue)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8525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D977A-23E9-1304-3FEF-ADFC6F58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DemostraciÃ³n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FF2F28-BC3D-FC49-84BB-3FF89A850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Navegando el Sitio Web
mnxx29.github.io/Shen-Arte-Floral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7029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B3F76-1D86-72AB-A250-1265644F8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Nuestra DiferenciaciÃ³n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1E0B9B-E770-8589-747D-EC57BD921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Independencia Digital
- TransiciÃ³n de Perfil a E-commerce.
- AutonomÃ­a total sobre el catÃ¡logo.
- Trato directo y cÃ¡lido sin comisiones.</a:t>
            </a:r>
          </a:p>
        </p:txBody>
      </p:sp>
    </p:spTree>
    <p:extLst>
      <p:ext uri="{BB962C8B-B14F-4D97-AF65-F5344CB8AC3E}">
        <p14:creationId xmlns:p14="http://schemas.microsoft.com/office/powerpoint/2010/main" val="3812543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A4F07-CC4E-6874-789E-C8D4DBE10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/>
              <a:t>Â¡Gracias por su atenciÃ³n!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414BF0-A298-60CC-A993-B7E9C008F4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"El Ã©xito es la suma de pequeÃ±os esfuerzos repetidos dÃ­a tras dÃ­a."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12653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Panorámica</PresentationFormat>
  <Paragraphs>18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Shen Arte Floral</vt:lpstr>
      <vt:lpstr>Â¿QuÃ© es Shen Arte Floral?</vt:lpstr>
      <vt:lpstr>El DesafÃ­o: Visibilidad y Alcance</vt:lpstr>
      <vt:lpstr>La SoluciÃ³n Propuesta</vt:lpstr>
      <vt:lpstr>ExpansiÃ³n de Nuestro Mercado</vt:lpstr>
      <vt:lpstr>Stack TecnolÃ³gico</vt:lpstr>
      <vt:lpstr>DemostraciÃ³n</vt:lpstr>
      <vt:lpstr>Nuestra DiferenciaciÃ³n</vt:lpstr>
      <vt:lpstr>Â¡Gracias por su atenciÃ³n!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Henriquez</dc:creator>
  <cp:lastModifiedBy>Victor Henriquez</cp:lastModifiedBy>
  <cp:revision>1</cp:revision>
  <dcterms:created xsi:type="dcterms:W3CDTF">2026-04-16T18:52:23Z</dcterms:created>
  <dcterms:modified xsi:type="dcterms:W3CDTF">2026-04-16T18:52:23Z</dcterms:modified>
</cp:coreProperties>
</file>